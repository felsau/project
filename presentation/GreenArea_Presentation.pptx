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สวัสดีครับอาจารย์ วันนี้ผมจะนำเสนอโปรเจกต์ "Green Area Analysis · Thailand" ซึ่งเป็นแดชบอร์ดวิเคราะห์พื้นที่สีเขียวของประเทศไทยจากภาพถ่ายดาวเทียม โดยดึงข้อมูลผ่าน Google Earth Engine มาคำนวณดัชนีพืชพรรณ (NDVI) และอุณหภูมิพื้นผิว (LST) แล้วนำมาประเมินเทียบมาตรฐานพื้นที่สีเขียวของ WHO พร้อมมีระบบ AI ช่วยจัดลำดับจุดที่ควรปลูกต้นไม้มากที่สุดครับ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ปัญหาหลักที่ทำให้เกิดโปรเจกต์นี้มี 4 เรื่อง: หนึ่ง หลายเมืองมีพื้นที่สีเขียวต่อหัวต่ำกว่ามาตรฐาน WHO ที่ 9 ตารางเมตรต่อคน; สอง พื้นที่ที่ขาดต้นไม้เกิดปรากฏการณ์เกาะความร้อน อุณหภูมิสูงกว่ารอบข้าง; สาม ข้อมูลดาวเทียมมีอยู่แต่ตีความยาก ต้องใช้ผู้เชี่ยวชาญ; และสี่ การเลือกพื้นที่ปลูกต้นไม้มักไม่ได้อิงข้อมูล โปรเจกต์นี้จึงเข้ามาช่วยแก้ทั้งสี่จุดนี้ครับ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โครงงานนี้มีวัตถุประสงค์ 4 ข้อ: ข้อแรก แปลงข้อมูลดาวเทียมที่ซับซ้อนให้แสดงบนแผนที่ 3 มิติที่โต้ตอบได้ ข้อสอง ประเมินพื้นที่สีเขียวต่อหัวเทียบมาตรฐาน WHO ข้อสาม ใช้ AI ให้คะแนนและจัดลำดับจุดที่ควรปลูกพร้อมประเมินการดูดซับคาร์บอน และข้อสี่ แนะนำพันธุ์ไม้ที่เหมาะกับแต่ละพื้นที่ และออกรายงาน PDF 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ระบบแบ่งเป็น 3 ส่วนหลัก ฝั่งหน้าเว็บใช้ React 19 ร่วมกับ DeckGL และ MapLibre เพื่อแสดงแผนที่ 3 มิติ ฝั่งเซิร์ฟเวอร์ใช้ FastAPI ภาษา Python ทำหน้าที่ดึงและประมวลผลข้อมูลจาก Google Earth Engine และมี Supabase เป็นฐานข้อมูลแคช 11 ตาราง เพื่อเก็บผลที่คำนวณแล้ว ลดการประมวลผลซ้ำซึ่งช้าและมีค่าใช้จ่าย ทำให้ระบบตอบสนองเร็วขึ้นมากครับ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ด้านข้อมูล ผมใช้ Sentinel-2 สำหรับคำนวณ NDVI, Landsat 8/9 สำหรับอุณหภูมิพื้นผิว LST, ESA WorldCover แยกพื้นที่เมืองกับพืชพรรณ, WorldPop สำหรับความหนาแน่นประชากร และ GADM สำหรับขอบเขตจังหวัดอำเภอ ส่วนเทคโนโลยีหลักก็ตามที่แสดงทางขวา โดยทั้งหมดมีการทดสอบอัตโนมัติผ่าน GitHub Actions ทุกครั้งที่มีการแก้โค้ดครับ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หน้าจอแรกเมื่อเข้าใช้งาน ผู้ใช้จะเห็นแผนที่ประเทศไทยทั้งประเทศ สามารถเลือกปีข้อมูล แล้วคลิกที่จังหวัดที่สนใจ ระบบจะ zoom เข้าไปและเริ่มดึงข้อมูลดาวเทียมของจังหวัดนั้นมาคำนวณให้ทันที และยังมีโหมด Time-lapse ให้เลื่อนดูเปรียบเทียบข้อมูลข้ามปีได้ครับ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เมื่อเลือกจังหวัด เช่น ตาก ระบบจะแสดงค่า NDVI เฉลี่ยทั้งปี ในตัวอย่างนี้คือ 0.61 ซึ่งหมายถึงพืชพรรณหนาแน่นมาก พร้อมบอกว่าพื้นที่สีเขียวคิดเป็น 96% ของจังหวัด และคำนวณพื้นที่สีเขียวต่อหัวประชากรว่าผ่านมาตรฐาน WHO หรือไม่ ด้านขวาเป็นแผนที่ 3 มิติที่ยกความสูงตามค่าพืชพรรณ ทำให้เห็นภาพชัดเจนครับ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แท็บถัดมาแสดงอุณหภูมิพื้นผิวหรือ LST ที่ได้จาก Landsat ในตัวอย่างเฉลี่ย 31 องศา จุดที่ร้อนที่สุดถึง 48 องศา ระบบนำค่า NDVI กับ LST มาประเมินความเสี่ยงการเกิดเกาะความร้อนเมือง พื้นที่ที่เขียวน้อยและร้อนมากจะเสี่ยงสูง และผู้ใช้สามารถส่งออกข้อมูลได้หลายรูปแบบครับ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นี่คือหัวใจของระบบครับ แท็บ AI แนะนำ จะให้คะแนน Priority Score กับทุกพิกัดในจังหวัด โดยถ่วงน้ำหนักจาก 3 ปัจจัย: พื้นที่ที่เขียวน้อย (NDVI ต่ำ) 40%, ร้อน (LST สูง) 30%, และคนเยอะ (ประชากรหนาแน่น) 30% แล้วจัดลำดับ 10 จุดที่ควรปลูกมากที่สุด คลิกเปิด Google Maps ได้เลย พร้อมประเมินว่าถ้าปลูกเต็มพื้นที่จะได้กี่ต้นและดูดซับ CO₂ ได้เท่าไรต่อปีครับ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นอกจากบอกว่าควรปลูกที่ไหน ระบบยังแนะนำว่าควรปลูกอะไร โดยเสนอพันธุ์ไม้ที่เหมาะกับภูมิภาคของพื้นที่นั้น พร้อมชื่อวิทยาศาสตร์ ความสูง และคุณสมบัติ เช่น ทนแล้ง โตเร็ว หรือเป็นไม้เศรษฐกิจ ครอบคลุมทั้งไม้เศรษฐกิจ ไม้ปรับปรุงดิน และไม้อนุรักษ์พันธุ์หายากครับ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ระบบไม่ได้หยุดที่ระดับจังหวัด ผู้ใช้สามารถคลิกเจาะลึกลงไปถึงระดับอำเภอได้ เช่นอำเภอแม่สอดในภาพ ระบบจะคำนวณ NDVI และ LST เฉพาะอำเภอนั้นด้วยความละเอียดที่สูงขึ้น อำเภอที่เลือกจะไฮไลต์เป็นสีน้ำเงิน ทำให้เปรียบเทียบความแตกต่างภายในจังหวัดเดียวกันได้ครับ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สุดท้ายผู้ใช้สามารถกดออกรายงานเป็นไฟล์ PDF ได้ 2 แบบ แบบแรกเป็นรายงานวิเคราะห์พื้นที่สีเขียว สรุปค่า NDVI, LST และผลการเทียบมาตรฐาน WHO พร้อมแผนที่ดัชนีพืชพรรณ และแบบที่สองเป็นรายงาน AI แนะนำการปลูก ที่มี Top 10 จุดพร้อมพิกัดและพันธุ์ไม้ที่แนะนำ เหมาะกับการนำไปใช้ตัดสินใจหรือเสนอหน่วยงานจริงครับ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สำหรับเบื้องหลังการคำนวณ: NDVI ใช้สูตรมาตรฐานจากแถบ near-infrared กับ red ค่ามากกว่า 0.3 ถือว่าเป็นพื้นที่สีเขียว และทำ cloud mask ก่อนเสมอ; LST คืออุณหภูมิพื้นผิวจากแถบความร้อนของ Landsat; การเทียบ WHO เอาพื้นที่สีเขียวหารด้วยประชากรจาก WorldPop; ส่วน Priority Score เป็นคะแนนถ่วงน้ำหนัก 3 ปัจจัยที่ normalize ให้อยู่ในช่วง 0 ถึง 1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สรุปแล้ว ผมได้ระบบที่ใช้งานได้จริงครบวงจร ครอบคลุม 77 จังหวัดเจาะลึกถึงอำเภอ ใช้ AI 3 ปัจจัยจัดลำดับการปลูก มีการทดสอบอัตโนมัติรวม 122 เคส และประเมินตามมาตรฐาน WHO ส่วนการต่อยอดในอนาคต อาจเพิ่มข้อมูลย้อนหลังหลายปี เชื่อมข้อมูลภาคสนาม หรือทำโมเดลทำนายการเติบโตของพื้นที่สีเขียวครับ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ครบทุกส่วนแล้วครับ ขอบคุณอาจารย์ที่รับฟัง ยินดีรับคำถามและข้อเสนอแนะครับ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417320"/>
            <a:ext cx="411480" cy="411480"/>
          </a:xfrm>
          <a:prstGeom prst="diamond">
            <a:avLst/>
          </a:prstGeom>
          <a:solidFill>
            <a:srgbClr val="5EC57A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GREEN AREA ANALYSIS · THAILAND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แดชบอร์ดวิเคราะห์พื้นที่สีเขียว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และระบบ AI แนะนำพื้นที่ปลูกต้นไม้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95528" y="41605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 NDVI · LST จากภาพถ่ายดาวเทียมผ่าน Google Earth Engine — ประเมินตามมาตรฐานพื้นที่สีเขียว WHO และจัดลำดับจุดที่ควรปลูกต้นไม้ด้วยคะแนน Priority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วิทยานิพนธ์ระดับปริญญาตรี</a:t>
            </a:r>
            <a:pPr indent="0" marL="0">
              <a:buNone/>
            </a:pPr>
            <a:r>
              <a:rPr lang="en-US" sz="140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·   นักศึกษา: Felsau</a:t>
            </a:r>
            <a:pPr indent="0" marL="0">
              <a:buNone/>
            </a:pPr>
            <a:r>
              <a:rPr lang="en-US" sz="140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·   นำเสนอ 13 มิ.ย. 2569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ที่มาและความสำคัญ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ทำไมต้องวิเคราะห์พื้นที่สีเขียว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91440" cy="1965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พื้นที่สีเขียวไม่เพียงพอ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8775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เมืองหลายแห่งในไทยมีพื้นที่สีเขียวต่อหัวต่ำกว่ามาตรฐาน WHO ที่กำหนดไว้ 9 ตร.ม./คน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57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783080"/>
            <a:ext cx="91440" cy="1965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0391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ปรากฏการณ์เกาะความร้อน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58775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พื้นที่เมืองที่ขาดต้นไม้มีอุณหภูมิพื้นผิว (LST) สูงกว่าพื้นที่โดยรอบอย่างชัดเจน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57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60520"/>
            <a:ext cx="91440" cy="1965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4165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ข้อมูลกระจัดกระจาย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96519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ข้อมูลดาวเทียมมีอยู่จริงแต่เข้าถึงและตีความยาก ต้องใช้ความรู้เฉพาะทาง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4160520"/>
            <a:ext cx="5257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160520"/>
            <a:ext cx="91440" cy="1965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4165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ตัดสินใจปลูกแบบไร้ทิศทาง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496519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การเลือกพื้นที่ปลูกต้นไม้ส่วนใหญ่ยังไม่ได้อิงข้อมูลเชิงพื้นที่ที่เป็นระบบ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วัตถุประสงค์ของโครงงาน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เป้าหมายที่ต้องการบรรลุ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แปลงข้อมูลดาวเทียมให้เข้าใจง่าย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 NDVI และ LST จาก Google Earth Engine มาแสดงผลบนแผนที่ 3 มิติแบบโต้ตอบได้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9077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ประเมินเทียบมาตรฐาน WHO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คำนวณพื้นที่สีเขียวต่อหัวประชากร แล้วบอกว่าผ่าน/ไม่ผ่านเกณฑ์ 9 ตร.ม./คน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8678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9867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ชี้จุดที่ควรปลูกด้วย AI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45920" y="4416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 Priority Score รายพิกัด จัดลำดับ Top 10 จุด พร้อมประเมินการดูดซับ CO₂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657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50657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แนะนำพันธุ์ไม้ที่เหมาะสม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45920" y="54955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เสนอชนิดพันธุ์ตามภูมิภาคและสภาพพื้นที่ พร้อมออกรายงาน PDF สรุปผลได้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สถาปัตยกรรมการทำงาน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5EC57A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19 + DeckGL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MapLibre GL · jsPDF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⇄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166360" y="237744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FastAPI (uvicorn)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66760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⇄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09760" y="237744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9264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Earth Engine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264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ภาพถ่ายดาวเทียม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NDVI · LST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931920"/>
            <a:ext cx="0" cy="502920"/>
          </a:xfrm>
          <a:prstGeom prst="line">
            <a:avLst/>
          </a:prstGeom>
          <a:noFill/>
          <a:ln w="19050">
            <a:solidFill>
              <a:srgbClr val="6B7A6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92040" y="44348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4498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 (PostgreSQL + Storage)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Cache 11 ตาราง · ลดการประมวลผล GEE ซ้ำซ้อน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ผู้ใช้เลือกพื้นที่บน Frontend → Backend ดึงและประมวลผลข้อมูลจาก Earth Engine → เก็บผลลงแคช Supabase แล้วส่งกลับมาแสดงผล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เทคโนโลยีและชุดข้อมูล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เครื่องมือและแหล่งข้อมูลที่ใช้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ชุดข้อมูลดาวเทียม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ดัชนีพืชพรรณ NDVI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7802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Sentinel-2 (ESA Copernicus) — composite รายปี/รายเดือน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อุณหภูมิพื้นผิว LST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4670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Landsat 8/9 (USGS/NASA) — ค่าเฉลี่ยรายปีและรายเดือน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ประเภทพื้นที่ปกคลุม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21538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ESA WorldCover v200 — แยกพื้นที่เมือง/พืชพรรณ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ความหนาแน่นประชากร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8406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WorldPop 100m — คำนวณพื้นที่สีเขียวต่อหัว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ขอบเขตการปกครอง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95274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GADM 4.1 — จังหวัดและอำเภอทั้งประเทศ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เทคโนโลยีหลัก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2148840"/>
            <a:ext cx="5029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148840"/>
            <a:ext cx="91440" cy="3977640"/>
          </a:xfrm>
          <a:prstGeom prst="rect">
            <a:avLst/>
          </a:prstGeom>
          <a:solidFill>
            <a:srgbClr val="5EC57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37744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Earth Engine — แพลตฟอร์มประมวลผลภาพดาวเทียม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FastAPI + Python — REST API ฝั่งเซิร์ฟเวอร์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19 + DeckGL + MapLibre — แผนที่ 3 มิติ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 (PostgreSQL) — ฐานข้อมูลแคช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jsPDF + html2canvas — ออกรายงาน PDF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 Actions CI — ทดสอบอัตโนมัติทุก push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เลือกพื้นที่ที่ต้องการวิเคราะห์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เปิดแผนที่ประเทศไทยทั้งประเทศ เลือกปีข้อมูลที่ต้องการ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คลิกเลือกจังหวัด — ระบบ zoom และเริ่มดึงข้อมูลดาวเทียมทันที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รองรับการเลื่อนดูแบบ Time-lapse เปรียบเทียบหลายปี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ใช้แผนที่ฐานจาก CARTO + OpenStreetMap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33288" y="1896579"/>
            <a:ext cx="6044184" cy="306484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ComSync\Desktop\Project\screenshots\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69731"/>
            <a:ext cx="5897880" cy="2918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วิเคราะห์ดัชนีพืชพรรณ (NDVI)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แสดงค่า NDVI เฉลี่ยทั้งปี พร้อมค่าต่ำสุด–สูงสุด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% พื้นที่สีเขียว (NDVI &gt; 0.3) ของจังหวัด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พื้นที่สีเขียวต่อหัวประชากร เทียบเกณฑ์ WHO 9 ตร.ม./คน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 NDVI รายเดือน + แผนที่ 3 มิติยกตามค่าพืชพรรณ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33288" y="1880348"/>
            <a:ext cx="6044184" cy="30973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ComSync\Desktop\Project\screenshots\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3500"/>
            <a:ext cx="5897880" cy="2951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อุณหภูมิพื้นผิว &amp; เกาะความร้อน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อุณหภูมิพื้นผิว (LST) เฉลี่ย พร้อมค่า min–max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กราฟอุณหภูมิรายเดือน ไล่สีตามระดับความร้อน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ประเมินความเสี่ยงเกาะความร้อนเมือง (Urban Heat Island)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ส่งออกข้อมูลเป็น CSV · PNG · PDF · PNG+แผนที่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33288" y="1880348"/>
            <a:ext cx="6044184" cy="30973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ComSync\Desktop\Project\screenshots\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3500"/>
            <a:ext cx="5897880" cy="2951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แนะนำจุดที่ควรปลูก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 Priority Score รายพิกัดทั่วทั้งจังหวัด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ถ่วงน้ำหนัก: NDVI ต่ำ 40% · LST สูง 30% · ประชากร 30%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จัดลำดับ Top 10 จุด คลิกเปิดใน Google Maps ได้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ประเมินผล: จำนวนต้นไม้รวม และ CO₂ ที่ดูดซับต่อปี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33288" y="1880348"/>
            <a:ext cx="6044184" cy="30973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ComSync\Desktop\Project\screenshots\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3500"/>
            <a:ext cx="5897880" cy="2951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แนะนำพันธุ์ไม้ที่เหมาะสม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เสนอชนิดพันธุ์ตามภูมิภาคของพื้นที่ที่เลือก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ระบุชื่อไทย–ชื่อวิทยาศาสตร์ ความสูง และคุณสมบัติ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ครอบคลุมไม้เศรษฐกิจ ไม้ปรับปรุงดิน และไม้อนุรักษ์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ประดู่ป่า · มะขาม · กระถินณรงค์ · พะยูง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33288" y="1880348"/>
            <a:ext cx="6044184" cy="30973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ComSync\Desktop\Project\screenshots\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3500"/>
            <a:ext cx="5897880" cy="29510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ลงลึกระดับอำเภอ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คลิกเจาะลึกจากระดับจังหวัดลงไปถึงระดับอำเภอ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NDVI และ LST เฉพาะอำเภอที่เลือก (ความละเอียดสูงขึ้น)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เปรียบเทียบอำเภอที่เลือก (สีน้ำเงิน) กับอำเภออื่น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เห็นความแตกต่างเชิงพื้นที่ภายในจังหวัดเดียวกัน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33288" y="1880348"/>
            <a:ext cx="6044184" cy="30973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ComSync\Desktop\Project\screenshots\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3500"/>
            <a:ext cx="5897880" cy="29510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 · ขั้นที่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ออกรายงานสรุปผลเป็น PDF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40036" y="1636776"/>
            <a:ext cx="3052104" cy="4270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ComSync\Desktop\Project\screenshots\08_stats_report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900" y="1691640"/>
            <a:ext cx="2942376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0580" y="6035040"/>
            <a:ext cx="349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รายงานวิเคราะห์พื้นที่สีเขียว — สรุป NDVI · LST · เทียบ WHO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6812" y="1636776"/>
            <a:ext cx="3052104" cy="4270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1" descr="C:\Users\ComSync\Desktop\Project\screenshots\10_recommend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1691640"/>
            <a:ext cx="2942376" cy="4160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77356" y="6035040"/>
            <a:ext cx="349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AI แนะนำการปลูก — Top 10 จุด + พันธุ์ไม้แนะนำ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ระเบียบวิธีโดยสรุป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เบื้องหลังการคำนวณ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NDVI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97480" y="185623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(NIR − Red) / (NIR + Red)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22402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ดัชนีพืชพรรณจาก Sentinel-2 ค่า &gt; 0.3 = พื้นที่สีเขียว ทำ cloud mask ก่อนทำ composite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97480" y="293522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 Surface Temperature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331927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อุณหภูมิพื้นผิวจาก thermal band ของ Landsat 8/9 สูงกว่าอุณหภูมิอากาศ 5–20°C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40142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พื้นที่สีเขียว ÷ ประชากร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439826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เทียบเกณฑ์ 9 ตร.ม./คน ใช้ WorldPop คำนวณประชากรในพื้นที่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005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Priority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50932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0.4·(1−NDVI) + 0.3·LST' + 0.3·Pop'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547725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631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คะแนนถ่วงน้ำหนักรายพิกัด normalize 0–1 ยิ่งสูงยิ่งควรปลูกก่อน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สรุปผลและสิ่งที่ได้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ระบบที่ใช้งานได้จริงครบวงจร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C5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จังหวัด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ครอบคลุมทั่วประเทศ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เจาะลึกถึงระดับอำเภอ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75304" y="2148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575304" y="2377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C5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75304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ปัจจัย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12464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NDVI · LST · ประชากร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 Priority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10528" y="2148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377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C5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510528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cases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7688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82 + Frontend 40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รันอัตโนมัติทุก push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45752" y="2148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9445752" y="2377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C5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WHO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445752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82912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ประเมินพื้นที่สีเขียว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ต่อหัวประชากร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ต่อยอดได้: เพิ่มข้อมูลรายปีย้อนหลัง · เชื่อมข้อมูลภาคสนาม · โมเดลทำนายการเติบโตของพื้นที่สีเขียว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0156" y="1874520"/>
            <a:ext cx="548640" cy="548640"/>
          </a:xfrm>
          <a:prstGeom prst="diamond">
            <a:avLst/>
          </a:prstGeom>
          <a:solidFill>
            <a:srgbClr val="5EC57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6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Green Area Analysis · Thailand — ยินดีรับคำถามและข้อเสนอแนะครับ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Felsau  ·  github.com/Felsau/Project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Area Analysis · Thailand</dc:title>
  <dc:subject>PptxGenJS Presentation</dc:subject>
  <dc:creator>Felsau</dc:creator>
  <cp:lastModifiedBy>Felsau</cp:lastModifiedBy>
  <cp:revision>1</cp:revision>
  <dcterms:created xsi:type="dcterms:W3CDTF">2026-06-13T13:28:21Z</dcterms:created>
  <dcterms:modified xsi:type="dcterms:W3CDTF">2026-06-13T13:28:21Z</dcterms:modified>
</cp:coreProperties>
</file>